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ect">
            <a:avLst/>
          </a:prstGeom>
          <a:solidFill>
            <a:srgbClr val="0E1422"/>
          </a:solidFill>
          <a:ln w="19050">
            <a:solidFill>
              <a:srgbClr val="2430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MINIMALIST DEEP WORK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188720" y="28346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Next-Generation Digital Flow Sanctuary with Real-Time Anti-Distraction Shielding &amp; 3D Orbital Co-Pilot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402336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12700">
            <a:solidFill>
              <a:srgbClr val="2D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🛸 3D Three.js Co-Pilot Cosmor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402336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12700">
            <a:solidFill>
              <a:srgbClr val="2D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Universal Super Strict Shield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402336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12700">
            <a:solidFill>
              <a:srgbClr val="2D3C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Fluid Hydro-Metaphor &amp; Debrief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2.0 &amp;bull; Live at focusr-seven.vercel.app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&amp;bull; COGNITIVE DRIFT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Attention Crisis in Knowledge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3-Minute Fragmentation Trap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time before interruption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2862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demonstrate knowledge workers switch context or tabs every 2-3 minutes. A single glance at email or chat costs up to 23 minutes of focus recovery.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2880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Flaw of Passive Timers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315468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timers ignored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566160"/>
            <a:ext cx="2862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Pomodoro apps merely tick in the background. They do not prevent tab desertion, detect physical slacking, or measure behavioral flow continuity.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82880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Aesthetic Cognitive Clutter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Clutter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321040" y="315468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Design Standard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862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UIs, garish alert sounds, and jarring advertisements fracture working memory. Pure flow requires spatial immersion and zero cognitive friction.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&amp;bull; SPATIAL MINIMALISM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Minimalist Design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CALM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Translucent Glassmorphism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Multi-layered backdrop blur (40px blur, 180% saturation), subtle 1px specular borders (rgba(255,255,255,0.08)), and organic gradients reduce eye strain during 12+ hour engineering sprints.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AUDIO-VISUAL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Atmospheric Realms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Zen Mountain Mist to Nordic Aurora, Golden Dunes, and Cosmic Deep Nebula. Custom tint, blur, and opacity controls ground the nervous system in serene stillness.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COGNITIVE LOAD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Badges &amp; HUD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Monospaced telemetry pills report elapsed intervals, daily targets, and pace status without competing for visual dominance. Information appears only when essential.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CLOCK &amp;bull; TRI-MODAL ADAPTIVE ENGINE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Modes Engineered for Every Flow State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FIXED HORIZON FOCUS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Duration Timer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custom hours &amp; minutes (0 to 23h 59m) with one-click presets (15m, 25m, 45m, 60m, 90m). Ideal for time-boxed sprints, essay drafting, and deep problem solving.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4937760"/>
            <a:ext cx="2862072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9377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at 25%, 50%, 75%, 90%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INTERVAL CYCLING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19456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Pomodoro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cycles (5–120m), short breaks (1–30m), long breaks (5–60m), and customizable rounds (1–12). Features automatic break transitions and one-click Skip Break.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937760"/>
            <a:ext cx="2862072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9377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tomatoes &amp;bull; Pure minimalist 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⏲️  UNCONSTRAINED 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219456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Stopwatch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83464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Count-up timer for infinite deep work. Dynamically fills a new 1-hour focus water bottle every 60 minutes with special audio-haptic celebrations at 30, 60, 90, and 120m.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4937760"/>
            <a:ext cx="2862072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49377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 = 1 Sealed Bottle of Focus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SHIELD &amp;bull; ACTIVE DEFENSE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Strict Mode &amp; Tab Telemetry Guard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KEYBOARD/MOUSE 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Anti-Slacking Idle Detection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continuous user input across all DOM elements with high-priority capture phase listeners. If zero input is registered for 35s, the session clock immediately halts, and a crimson alert overlay prompts user re-engagement.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LEAK PREVENTION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&amp; Window Desertion Penalties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away to other applications or abandoning the tab auto-pauses the session and applies an immediate +10% time penalty directly to the session clock (min 30s penalty). Distraction costs real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AUDITORY INTERVENTION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Piercing Wake-Up Siren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loud multi-burst siren synthesized via Web Audio Dynamics Compressor. If idle exceeds 2 minutes, an alternating high-intensity alarm triggers to pull the user out of procrastination.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COMPANION &amp;bull; THREE.JS ARCHITECTURE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Cosmor &amp;bull; The 3D Orbital Desktop Companion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/ WEBGL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3D Procedural Mesh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entirely via Three.js primitives without external model downloads: capsule minion torso, denim overalls, goggle frame, eye pupil with dynamic state textures, thruster exhaust, and rocket fins.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FLIP PHYSICS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Orbital Center Flips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rotating in place, Cosmor orbits around an imaginary anchor point with sinusoidal pitch and roll tangent alignment, executing a true 360&amp;deg; zero-gravity acrobatic loop upon celebratory triggers.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VS COURIER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Operating Modes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"Companion Mode" (actively hovering beside your timer at all times) and "Courier Mode" (flies onto screen only to deliver motivational milestone telemetry, then smoothly exits).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SANCTUARY &amp;bull; MUSIC INTEGRATION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Focus Music Sanctuary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 PLAYBACK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Curated Focus Presets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access to hand-curated playlists: Lofi Beats &amp; Chill, Deep Focus Flow, Classical Concentration, Synthwave Cyberflow, Nature &amp; Alpha Drone, and Peaceful Piano.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FLOW PLAYLISTS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URL &amp; URI Resolver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any Spotify playlist, album, or track URL (or raw spotify:playlist:... URI). Focusr automatically normalizes and loads the player into an ambient glass embed.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 TELEMETRY HUD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PKCE Live Connect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direct Spotify Web API OAuth connection with Authorization Code Flow with PKCE. Control playback, view live track metadata, and auto-open music upon timer start.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&amp;bull; PHYSICAL HYDRO-METAPHOR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Simulation &amp; Glass Bottle Inventory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FLUID DYNAMICS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Physics-Based Spring Waves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interconnected spring nodes simulate real water surface tension, responsive sloshing, sub-surface rising bubbles, and dynamic splash droplets that react to timer progress.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TANGIBLE COMPLETION RITUAL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Cork Sealing &amp; Shimmer Animation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Upon completing a focus session or 1-hour block, a wooden cork descends into the bottle neck, and a specular light shimmer sweeps across the glass with a celebratory chime.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MOMENTUM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Inventory Shelf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bottles are banked in a slide-out glass inventory rack with theme-specific liquid hues. Users track cumulative focus volume (e.g. 14.5L of Pure Focus Water banked).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COACHING &amp;bull; RETROSPECTIVE TELEMETRY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Post-Session Retrospective Debrief Sheet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QUALITY 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Purity Metric (0–100%)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session grade (S, A, B, C, D) using a weighted algorithm penalizing tab desertions (-12%), idle stalls (-8%), loud alarm triggers (-10%), and manual pauses (-5%).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TRANSPARENCY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&amp; Friction Audit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every distraction event with timestamps, exact penalty debts, and causal details (e.g. "Window Desertion: Switched to browser search for 45s (+1m penalty added)").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COACHING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Cosmor Pep Talk &amp; Recommendations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personalized constructive encouragement and telemetry-grounded suggestions for the next block (e.g. "Pre-open research tabs to eliminate mid-sprint window hops").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BENCHMARK &amp;bull; GHOST RACER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Rival &amp; Pacing Engine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BENCHMARKING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Pacing Against Your Past Self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competing with random strangers, Ghost Racer compares your current rhythm against your historical Personal Best (PB) or 7-day average pace.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CHALLENGE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Dynamic Difficulty Tiers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pacing opponent: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&amp;bull; 🏆 PB Pace (1.0x Personal Best)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&amp;bull; ⚖️ Weekly Avg (Smooth endurance pace)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&amp;bull; ⚡ Apex (+8% Overdrive Challenge)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TELEMETRY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Cockpit HUD &amp; Overtakes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HUD widget displays live distance lead/lag. Slacking or deserting gives the Ghost rival a boost, while consistent input maintains the lead for a trophy victory.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 &amp;bull; PRIVACY FIRST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Account Linking &amp; Local-First Sovereignty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ACCESS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Mandatory Login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never encounter a login paywall. All sessions, inventory bottles, streak calculations, and preferences persist in browser LocalStorage by default.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Multi-Device Linking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desiring multi-device sync can optionally link via Google or Email. Data synchronizes across devices without intrusive passwords or forced sign-ins.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JSON Backup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complete historical packages anytime with one click. Complete transparency and portability with zero vendor lock-in.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 &amp;bull; ENGINEERING EXCELLENCE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Web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/ ES6+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Heavy Frameworks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 startup time with zero React, Vue, or Webpack runtime overhead. Fast initial load, tiny network footprint, and rock-solid memory management.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&amp; CANVAS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Hardware-Accelerated 3D &amp; 2D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WebGL rendering runs at silky 60fps. DPR scaling and transform matrix normalization guarantee pixel-sharp visual rendering across 4K and Retina displays.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31824"/>
          </a:solidFill>
          <a:ln w="12700">
            <a:solidFill>
              <a:srgbClr val="24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STANDARDS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Browser APIs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 synthesizers, System Notification API, Fullscreen &amp; Keyboard Lock API, VisibilityState listeners, and robust fallback error boundaries.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&amp;bull; GETTING STARTED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&amp;bull; Spatial Deep Work &amp;bull; focusr-seven.vercel.app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Focusr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4389120"/>
          </a:xfrm>
          <a:prstGeom prst="roundRect">
            <a:avLst>
              <a:gd name="adj" fmla="val 2500"/>
            </a:avLst>
          </a:prstGeom>
          <a:solidFill>
            <a:srgbClr val="131824"/>
          </a:solidFill>
          <a:ln w="19050">
            <a:solidFill>
              <a:srgbClr val="242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920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App &amp; Global Access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Focusr is deployed globally on high-speed edge infrastructure with zero setup required.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31089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246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App URL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https://focusr-seven.vercel.app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7947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application &amp; companion experience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46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Posters Showcase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https://focusr-seven.vercel.app/posters.html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7947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minimalist promotional suite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8720" y="429768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434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Slide Deck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https://focusr-seven.vercel.app/deck.html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49834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deck &amp; slide showcase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429768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434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Open Repository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4709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https://github.com/sanjog-code/focusr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49834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&amp; technical documentation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Focusr Spatial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Focusr — Comprehensive Product Overview &amp; Architecture</dc:title>
  <dc:subject>Deep Work Studio, Cosmor 3D Companion, and Cognitive Architecture</dc:subject>
  <dc:creator>Focusr Team</dc:creator>
  <cp:lastModifiedBy>Focusr Team</cp:lastModifiedBy>
  <cp:revision>1</cp:revision>
  <dcterms:created xsi:type="dcterms:W3CDTF">2026-10-25T07:50:46Z</dcterms:created>
  <dcterms:modified xsi:type="dcterms:W3CDTF">2026-10-25T07:50:46Z</dcterms:modified>
</cp:coreProperties>
</file>