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0FF"/>
                </a:solidFill>
              </a:rPr>
              <a:t>BUSINESS STRATEGY &amp; MONETIZATION MASTERPLAN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Focusr: The Spatial Deep Work 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4A3B8"/>
                </a:solidFill>
              </a:rPr>
              <a:t>Transforming a minimalist digital sanctuary into a sustainable $1.2M+ ARR SaaS enterprise through ethical freemium, ambient sponsorship, and high-margin productivity moats.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824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52 Free Atmospheres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4389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Freemium Pro &amp; Studio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4389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82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Ethical Ambient Ads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0" y="43891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Multi-Device Cloud Sync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for Executive Growth &amp; Engineering  |  Live at: https://focusr-seven.vercel.app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MARKET 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Summary: The Digital Burnout Crisis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1206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Problem: Cognitive Overload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Distraction Economy &amp; Friction Heavy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78% of knowledge workers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report daily mental fatigue from notification overload and fragmented tooling.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Existing productivity apps are bloated: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Complex project management tools demand constant micro-configuration, causing more friction than focus.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Lack of Spatial Immersion: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Most timers are sterile digital stopwatches without emotional warmth, aesthetic satisfaction, or sensory presence.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Focusr Solution &amp; Baseline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Sensory Flow + Zero Friction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34D399"/>
                </a:solidFill>
              </a:rPr>
              <a:t>✓ 52 Curated Spatial Atmospheres: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Handcrafted nature sanctuaries, deep space, cyberpunk, and lo-fi aesthetics.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00F0FF"/>
                </a:solidFill>
              </a:rPr>
              <a:t>✓ Real-Time Liquid Physics Engine: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Dynamic wave height and color calibrated live to focus duration and flow intensity.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38BDF8"/>
                </a:solidFill>
              </a:rPr>
              <a:t>✓ Ambient Sound Sanctuary: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Synthesized rain, pink noise, celestial frequencies, and binaural beats.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59E0B"/>
                </a:solidFill>
              </a:rPr>
              <a:t>✓ Production Proven: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Live on Vercel Edge with instantaneous initial load and zero JS overhead.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AUDIENCE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Target Personas &amp; Customer Segmentation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Software Engineer &amp; Builder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42% of Core 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2148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Needs uninterrupted 90-minute deep work blocks for architecture and debugging. Highly values aesthetic dark mode, hotkeys, and minimal distraction.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Willingness to Pay: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0F0FF"/>
                </a:solidFill>
              </a:rPr>
              <a:t>High ($39–$89/yr)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ADHD &amp; Neurodivergent Mind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28% of Core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148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Suffers from executive dysfunction and task inertia. Needs visual dopamine triggers (water physics, theme changes, sound layers) to initiate flow.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Willingness to Pay: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A78BFA"/>
                </a:solidFill>
              </a:rPr>
              <a:t>High ($4.99/mo)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University &amp; Med Students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20% of Core Users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2148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Aesthetic study sessions ("Study With Me" culture). Shares aesthetic setups on TikTok and Discord. Massive organic word-of-mouth driver.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Willingness to Pay: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4D399"/>
                </a:solidFill>
              </a:rPr>
              <a:t>Moderate (Freemium + $2.99 Student)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Remote Creatives &amp; Writers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9828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10% of Core 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560" y="2560320"/>
            <a:ext cx="2148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Solopreneurs, designers, and authors working from home who need emotional compartmentalization and sensory boundaries to start daily writing.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Willingness to Pay: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High ($49/yr)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REVENUE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4-Pillar Monetization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 Consumer Freemium SaaS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Focusr Pro &amp; Studio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286000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1A2234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</a:rPr>
              <a:t>60% Projected ARR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Multi-track custom soundscape mixer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Cloud sync across laptop, tablet, phone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AI Deep Work Coach &amp; Burnout Predictor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Bi-directional Notion / Obsidian sync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2. Zero-Interruption Ambient Ads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Mindful Brand Partnerships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286000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1A223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15% Projected ARR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283464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Curated brand atmospheric backdrops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Post-session 5-minute break reward cards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Affiliate partnerships for focus gear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Zero intrusive banner/video popups
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3. Teams &amp; Enterprise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Focusr Workspaces (B2B)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2286000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1A223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20% Projected ARR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83464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Virtual silent co-working focus rooms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Team synchronized deep work sprints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Aggregated burnout &amp; flow analytics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SSO, central billing &amp; admin control
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4. Physical Ecosystem &amp; Merch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9828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Desk Companion Goods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2286000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1A223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5% Projected ARR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2834640"/>
            <a:ext cx="2148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Focusr Physical Pomodoro Dial / Lamp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Aesthetic oversized felt desk mats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Custom keycap sets &amp; artisan badges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Limited edition studio apparel
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PRICING &amp; PACKAGING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 Tier Comparison &amp; Entitlement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2743200"/>
                <a:gridCol w="2834640"/>
              </a:tblGrid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 Capability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</a:rPr>
                        <a:t>Free Tier (Zero Cost)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F0FF"/>
                          </a:solidFill>
                        </a:rPr>
                        <a:t>Focusr Pro ($4.99/mo)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78BFA"/>
                          </a:solidFill>
                        </a:rPr>
                        <a:t>Focusr Studio ($89 Lifetime)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Atmosphere Catalog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52 Free Curated Themes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52 + 100+ Exclusive 4K Wallpapers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All Wallpapers + Custom Video Upload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Sound Sanctuary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Standard Rain &amp; Lofi Streams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Multi-Track Slider Audio Mixer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Custom Frequency &amp; Binaural Beats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Data &amp; Cross-Device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Local Browser Storage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Encrypted Cloud Sync (3 devices)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Unlimited Devices + Offline PWA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Flow Analytics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7-Day History &amp; Streaks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365-Day Deep Work Audit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Exportable CSV / Notion Sync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AI Focus Companion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Standard Daily Target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Predictive Fatigue Warning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Custom AI Routine Assistant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Team &amp; Collaboration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Solo Sessions Only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Join Public Study Rooms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Host Private Co-working Lounges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REVENUE OPTIMIZATION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Pricing Architecture &amp; Value Anchoring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Monthly Pro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Billed monthly, cancel anytime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A2234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Lowest Barrier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$4.99 / month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Role: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Anchored lower than a single Starbucks latte. Minimizes friction for students and monthly impulse subscribers.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Volume Target: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15% of Paying 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Annual Pro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Equivalent to $3.33/mo (Save 33%)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A223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0FF"/>
                </a:solidFill>
              </a:rPr>
              <a:t>MOST POPULAR (Anchor)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$39.99 / year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17720" y="36576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Role: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Primary cash-flow driver. Upfront cash collection funds customer acquisition and audio production costs.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Volume Target: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0F0FF"/>
                </a:solidFill>
              </a:rPr>
              <a:t>65% of Paying Users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Studio Lifetime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Perpetual Pioneer License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237744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A223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High-Margin Collector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$89.00 once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0" y="36576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Role: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Appeals to indie hacker / software engineer mindset who despise recurring SaaS. High early capital injection.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Volume Target: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A78BFA"/>
                </a:solidFill>
              </a:rPr>
              <a:t>20% of Paying Users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High-Conversion Premium Features (The Moat)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57800" cy="210312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Multi-Track Dynamic Sound Mixer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High Emotional 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Allow users to mix up to 5 concurrent ambient layers: Rain + Fireplace + Vinyl Crackle + Alpha Waves + Coffee Shop Chatter with independent volume faders.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5257800" cy="2103120"/>
          </a:xfrm>
          <a:prstGeom prst="rect">
            <a:avLst/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74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Cross-Device Cloud Sync &amp; State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Daily Utility Lock-in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Seamlessly start a focus session on your MacBook, pause on your iPhone while getting coffee, and view cumulative stats on your iPad in real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5257800" cy="210312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Deep Work &amp; Energy Predictor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Unique AI Differentiator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846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Learns user focus curves over 30 days. Alerts user: "Your cognitive flow peaks between 9:30 AM and 11:45 AM. Schedule your most demanding code review now."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257800" cy="2103120"/>
          </a:xfrm>
          <a:prstGeom prst="rect">
            <a:avLst/>
          </a:prstGeom>
          <a:solidFill>
            <a:srgbClr val="13182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Obsidian, Notion &amp; Spotify Deep Sync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Productivity Ecosystem Moat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846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Two-way integration: Auto-logs focus sessions directly to daily Notion databases, Obsidian markdown files, and updates active Spotify track statuses.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ETHICAL MONETIZATION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Zero-Interruption Ambient Advertising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1208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Core Philosophy: Focus Is Sacred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Why Traditional Popups Are Banned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59E0B"/>
                </a:solidFill>
              </a:rPr>
              <a:t>• Zero Banner Ads, Popups, or Audio Interruptions: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Standard advertising breaks the alpha brainwave state. Any intrusive ad destroys the core value proposition of Focusr.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0F0FF"/>
                </a:solidFill>
              </a:rPr>
              <a:t>• Atmospheric Brand Placements: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Brands like Herman Miller, Sony, Keychron, or Calm sponsor curated aesthetic themes (e.g., "The Tokyo Architecture Suite by Sony WH-1000XM5").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4D399"/>
                </a:solidFill>
              </a:rPr>
              <a:t>• Mindful Break-Time Rewards: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During the 5-minute Pomodoro break, a subtle glass card offers mindful suggestions: "Stretch your posture with 20% off ErgoPro" (100% opt-in).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Ambient Ad Revenue Streams &amp; CPMs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High-Yield Sponsorship Economics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1. Curated Atmosphere Sponsorship ($45+ CPM)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A premium hardware brand pays a monthly sponsorship fee for featured placement in the Marketplace grid.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2. Curated Audio Stream Sponsoring ($30+ CPM)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"Focusr Lo-Fi Sanctuary brought to you by Calm App". Audio remains uninterrupted, subtle text credits appear in top bar.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3. Affiliate Desk Gear Showcase ($8,000–$15,000/mo)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Users clicking "View Desk Setup" on our aesthetic wallpaper cards are directed to high-ticket affiliate items (keyboards, monitors, chairs).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B2B EXPANSION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Focusr Workspaces: High-Margin B2B &amp; Teams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Virtual Silent Co-working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$6 / user / 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0F0FF"/>
                </a:solidFill>
              </a:rPr>
              <a:t>Shared Team Presence: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Remote engineering and design teams join synchronised focus rooms. You see team members floating in ambient flow without cameras or mics.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Social Accountability: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Reduces remote isolation and builds deep work culture without Zoom fatigue.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University &amp; Med Licensing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$1,500 / year / lab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4D399"/>
                </a:solidFill>
              </a:rPr>
              <a:t>Student Study Hubs: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Universities (MIT, Stanford, Oxford, Cambridge) provide campus-wide access to Focusr for students preparing for finals, MCAT, or bar exams.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Study Groups: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Students create custom study rooms with synchronized Pomodoro intervals.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Enterprise Deep Work Audits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$12 / seat /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A78BFA"/>
                </a:solidFill>
              </a:rPr>
              <a:t>Aggregated Burnout Analytics: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Gives engineering managers macro insights into organizational flow blocks vs meeting fragmentation.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Strict Zero-Spyware Privacy: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No keystroke logging or screenshot surveillance. Only opt-in aggregate focus minutes.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FINANCIAL 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3-Year Financial Forecast &amp; Unit Economics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3017520"/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Financial Metric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</a:rPr>
                        <a:t>Year 1 (Bootstrap &amp; Launch)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F0FF"/>
                          </a:solidFill>
                        </a:rPr>
                        <a:t>Year 2 (Ecosystem Scale)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</a:rPr>
                        <a:t>Year 3 (Enterprise &amp; Global)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Monthly Active Users (MAU)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65,000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320,000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1,200,000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Free-to-Paid Conversion Rate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2.8%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3.4%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3.8%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Active Paid Subscribers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1,820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10,880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45,600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Consumer SaaS Revenue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$72,800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$435,000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$1,824,000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Ambient Brand Sponsorships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$18,000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$96,000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$360,000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Teams &amp; B2B Licenses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$12,000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$120,000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$540,000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Total Annual Gross Revenue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$102,800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F0FF"/>
                          </a:solidFill>
                        </a:rPr>
                        <a:t>$651,000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</a:rPr>
                        <a:t>$2,724,000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CUSTOMER ACQUISITION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Go-to-Market Blueprint &amp; Viral Growth Loops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 Hunt Launch #1 of the 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Launch Sprint Day 1-7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2148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Showcase spatial UI, 52 themes, and liquid physics.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Offer exclusive "Founding Pioneer Lifetime $49" for first 500 upvoters.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Target #1 Product of the Day &amp; Product of the Week.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TikTok &amp; IG Reels Aesthetic Loops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Organic Short-Form Video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148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"Study With Me: Tokyo Cyberpunk 4K" looping videos with serene music.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Captions highlighting Focusr website link in bio.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Aesthetic workspace lifestyle clips routinely hit 500k+ views.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Subreddit Community Infiltration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r/productivity, r/ADHD, r/digitalnomad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2148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Publish transparent build-in-public case studies: "How I built a distraction-free spatial timer for my ADHD".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Zero spam, 100% value-driven engagement with free trial perks.
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23960" y="1645920"/>
            <a:ext cx="260604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874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Daily Focus Milestone Cards (Viral Loop)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9828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Built-in Social Sharing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560" y="2560320"/>
            <a:ext cx="2148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After completing a 4-hour streak, generate a gorgeous VisionOS glass card.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One-tap export to Instagram Stories, Twitter/X, and LinkedIn.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• Includes scannable QR code directly back to user room.
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BRAND CREATIVE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Aesthetic Marketing Posters &amp; Campaign Assets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Lifestyle Workspace Campaign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Editorial Studio Photography</a:t>
            </a:r>
            <a:endParaRPr lang="en-US" sz="1000" dirty="0"/>
          </a:p>
        </p:txBody>
      </p:sp>
      <p:pic>
        <p:nvPicPr>
          <p:cNvPr id="10" name="Image 0" descr="C:\Users\amans\.gemini\antigravity\scratch\focus-app\assets\marketing_poster_worksp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3108960" cy="3474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4340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Tokyo Night Street Ad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Find Your Focus Campaign</a:t>
            </a:r>
            <a:endParaRPr lang="en-US" sz="1000" dirty="0"/>
          </a:p>
        </p:txBody>
      </p:sp>
      <p:pic>
        <p:nvPicPr>
          <p:cNvPr id="14" name="Image 1" descr="C:\Users\amans\.gemini\antigravity\scratch\focus-app\assets\marketing_street_pos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377440"/>
            <a:ext cx="3108960" cy="3474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5528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Omnichannel Distribution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296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Where These Run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183880" y="25603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0F0FF"/>
                </a:solidFill>
              </a:rPr>
              <a:t>• Instagram &amp; Pinterest Ads: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Targeting users interested in minimalism, mechanical keyboards, and architectural design.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4D399"/>
                </a:solidFill>
              </a:rPr>
              <a:t>• University Campus Posters: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Physical print posters with high-contrast QR code placed outside libraries and computer labs.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• YouTube Desk Setup Sponsorships: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Integrated seamlessly into tech creators desks as their default ambient screen.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DESIGN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Spatial Operating System UI &amp; Product Interface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pic>
        <p:nvPicPr>
          <p:cNvPr id="7" name="Image 0" descr="C:\Users\amans\.gemini\antigravity\scratch\focus-app\assets\marketing_hero_u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658368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645920"/>
            <a:ext cx="39319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Spatial Design Principles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0" y="2240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VisionOS Glassmorphism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26680" y="246888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0F0FF"/>
                </a:solidFill>
              </a:rPr>
              <a:t>1. Frosted Glass Depth (Depth Layering)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24px backdrop blurs and subtle 1px border glows recreate physical Apple Vision Pro immersion.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4D399"/>
                </a:solidFill>
              </a:rPr>
              <a:t>2. Harmonic Liquid Resonator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Fluid water waves ebb and surge based on actual focus completion rate.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A78BFA"/>
                </a:solidFill>
              </a:rPr>
              <a:t>3. Ambient Light Orbs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Three multi-layered radial orbs cast gentle cinematic glow across dark backdrops.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59E0B"/>
                </a:solidFill>
              </a:rPr>
              <a:t>4. Zero Latency Execution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Pure CSS hardware acceleration and instant DOM interactions.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SOFTWARE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Engineering Roadmap &amp; Tech Stack Evolution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Client Experience (Frontend)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HTML5, CSS3 Variables, Web Audio API, Three.js, Canvas Fluid Physics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Ultra-lightweight vanilla execution ensures 60 FPS on any laptop without heavy React bundle overhead.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175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State, Auth &amp; Database (Backend)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3832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Supabase (PostgreSQL) + Row Level Security + Redis Cache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Encrypted storage for user categories, sound presets, and session logs. Zero sensitive task data logged.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698480" cy="1005840"/>
          </a:xfrm>
          <a:prstGeom prst="rect">
            <a:avLst/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1605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Monetization &amp; Billing 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Stripe Billing + LemonSqueezy (Global Merchant of Record)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Automated tax handling in 135+ countries, localized currency display, Apple Pay and Google Pay 1-click checkout.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10698480" cy="1005840"/>
          </a:xfrm>
          <a:prstGeom prst="rect">
            <a:avLst/>
          </a:prstGeom>
          <a:solidFill>
            <a:srgbClr val="13182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035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Desktop &amp; Native Cross-Platform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6692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Tauri (Rust) for Mac/Windows + Capacitor PWA for iOS/Android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Tauri delivers a sub-15MB native desktop app that sips less than 35MB RAM, supporting global shortcut keys.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TRUST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Privacy-First Architecture &amp; Ethical Compliance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Local-First Data Storage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Certified Enterprise Trust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By default, all notes, custom task names, and timer counts remain 100% inside client-side localStorage.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Focusr servers never inspect, sell, or analyze your private task descriptions.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GDPR &amp; CCPA Compliant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Certified Enterprise Trust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One-click data export in JSON format.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Immediate "Right to be Forgotten" account deletion pipeline.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Zero cross-site tracking cookies or third-party pixel eavesdropping.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Transparent Open 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Certified Enterprise Trust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Aggregate statistics only: users can view overall global community focus minutes.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No employee surveillance or micromanagement telemetry for team editions.
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LIVE ACCESS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Scan to Experience: Live Production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1208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Instant Mobile &amp; Web Launch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Scan with any smartphone camera</a:t>
            </a:r>
            <a:endParaRPr lang="en-US" sz="1000" dirty="0"/>
          </a:p>
        </p:txBody>
      </p:sp>
      <p:pic>
        <p:nvPicPr>
          <p:cNvPr id="10" name="Image 0" descr="C:\Users\amans\.gemini\antigravity\scratch\focus-app\assets\focusr_q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377440"/>
            <a:ext cx="2651760" cy="2651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5212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</a:rPr>
              <a:t>Direct URL: https://focusr-seven.vercel.app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5577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High-density QR code configured with error correction H for instant scan reliability.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0" y="1645920"/>
            <a:ext cx="521208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232C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Experience Focusr Right Now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What You Can Test Live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4D399"/>
                </a:solidFill>
              </a:rPr>
              <a:t>✓ 52 Curated Wallpapers &amp; Themes: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Open the Marketplace to test live hover previews and instant one-click switching.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0F0FF"/>
                </a:solidFill>
              </a:rPr>
              <a:t>✓ Mid-Session Theme Consistency: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Start a session, open the top bar, and switch atmospheres on the fly with synchronized liquid hues.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A78BFA"/>
                </a:solidFill>
              </a:rPr>
              <a:t>✓ Focusr Atelier Studio (Tab 1–5):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Custom chromatic accents, ambient sound sanctuary, and daily study targets.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✓ Full Mobile Responsive Experience: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Optimized touch navigation, fluid drawers, and glass styling down to 320px width.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0FF"/>
                </a:solidFill>
              </a:rPr>
              <a:t>ACTION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30-60-90 Day Execution Roadmap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FOCUSR  •  THE SPATIAL DEEP WORK 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https://focusr-seven.vercel.app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Monetization 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Phase 1: Days 1–30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Integrate Stripe Billing &amp; Customer Portal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Implement Pro Tier paywall gate for Cloud Sync &amp; Sound Mixer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Launch Product Hunt Campaign with "Pioneer Lifetime" deal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Target: $5,000 Early Bird Revenue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Multi-Device &amp; Sound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Phase 2: Days 31–60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Ship Multi-Track Ambient Sound Mixer with 12 new sound layers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Deploy Supabase encrypted cross-device cloud sync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Launch Campus Ambassador program across 25 university campuses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Target: 50,000 MAU and $20,000 MRR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645920"/>
            <a:ext cx="3474720" cy="4480560"/>
          </a:xfrm>
          <a:prstGeom prst="rect">
            <a:avLst/>
          </a:prstGeom>
          <a:solidFill>
            <a:srgbClr val="131824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Teams &amp; Native Desktop 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Phase 3: Days 61–90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Launch Focusr Virtual Co-working Lounges for remote teams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Release macOS &amp; Windows native desktop apps via Tauri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Establish first 3 ambient brand atmosphere partnerships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Target: $50,000 MRR ($600,000 Run-Rate ARR)
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2026-10-25T14:58:32Z</dcterms:created>
  <dcterms:modified xsi:type="dcterms:W3CDTF">2026-10-25T14:58:32Z</dcterms:modified>
</cp:coreProperties>
</file>